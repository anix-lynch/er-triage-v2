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A47"/>
                </a:solidFill>
                <a:latin typeface="Helvetica"/>
              </a:rPr>
              <a:t>ED Triage Support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55555"/>
                </a:solidFill>
                <a:latin typeface="Helvetica"/>
              </a:rPr>
              <a:t>Decision support, not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Helvetica"/>
              </a:rPr>
              <a:t>Cited rules. Logged overrides. No black box.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Helvetica"/>
              </a:rPr>
              <a:t>01  ·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Helvetica"/>
              </a:rPr>
              <a:t>Triage today depends on which nurse is at the desk.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Same chest pain walks in twice → two different acuity scores, two different waits.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No paper trail of why a tier was assigned.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No flag when a clock is about to be missed (door-to-ECG, last monitored bed).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When something goes wrong, the chart doesn't show what was considered or ruled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Helvetica"/>
              </a:rPr>
              <a:t>The first 10 minutes of an ED visit are the most consequential — and the least documented.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Helvetica"/>
              </a:rPr>
              <a:t>02  · 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Helvetica"/>
              </a:rPr>
              <a:t>Side-by-side input and output. Cited. Overridable.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Helvetica"/>
              </a:rPr>
              <a:t>📥  INPUT (left column)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Vitals, chief complaint, nurse notes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History, allergies, meds, prior visits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Arrival timeline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Add-update form → re-runs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Helvetica"/>
              </a:rPr>
              <a:t>📤  OUTPUT (right column)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Urgency badge + confidence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Constraints: beds, staff, time-target breaches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Hypotheses with confidence bars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Next actions  🔴 Immediate · 🟢 Monitor · 🟡 Escalate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Explanation cites real ESI rule_ids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Follow-up checklist (owner + deadline)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E2A47"/>
                </a:solidFill>
                <a:latin typeface="Helvetica"/>
              </a:rPr>
              <a:t>•  📝 Review note: why this tier, what would flip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Helvetica"/>
              </a:rPr>
              <a:t>Below the columns: clinician confirms or overrides — every override logged with a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Helvetica"/>
              </a:rPr>
              <a:t>03  · 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Helvetica"/>
              </a:rPr>
              <a:t>It doesn't blindly trust either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Helvetica"/>
              </a:rPr>
              <a:t>Two adversarial cases. Both correctly classified 🔴 NOW.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688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200400"/>
                <a:gridCol w="3566160"/>
              </a:tblGrid>
              <a:tr h="792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0E2A47"/>
                          </a:solidFill>
                        </a:rP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0E2A47"/>
                          </a:solidFill>
                        </a:rPr>
                        <a:t>Vitals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0E2A47"/>
                          </a:solidFill>
                        </a:rPr>
                        <a:t>Nurse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0E2A47"/>
                          </a:solidFill>
                        </a:rPr>
                        <a:t>Verdict &amp; why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ER-0052  Walter, 64M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normal HR/BP/SpO2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“ashen, drowsy, this is not him”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🔴 NOW · medium</a:t>
                      </a:r>
                    </a:p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Altered mental status fires ESI-T2 regardless of vitals; amlodipine masks tachycardia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ER-0053  Diana, 28F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shock: HR 142 / SBP 88 / SpO2 91 / T 38.7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“I feel fine, mom is overprotective”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🔴 NOW · high</a:t>
                      </a:r>
                    </a:p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‘Appearance is not a vital sign’ — never downgrade shock vitals on self-report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Helvetica"/>
              </a:rPr>
              <a:t>By design: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E2A47"/>
                </a:solidFill>
                <a:latin typeface="Helvetica"/>
              </a:rPr>
              <a:t>•  Any concerning signal — vitals OR notes OR history — can escalate the tier.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E2A47"/>
                </a:solidFill>
                <a:latin typeface="Helvetica"/>
              </a:rPr>
              <a:t>•  Reassurance never down-triages. Conservative bias breaks ties, surfaced in the review note.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Helvetica"/>
              </a:rPr>
              <a:t>04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Helvetica"/>
              </a:rPr>
              <a:t>How it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inputs/                          app/                       outputs/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patients.json   ──┐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ed_state.json   ──┼──►  engine.py (Claude Opus 4.7) ──►  assessments/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guidelines.md   ──┘     · prompt-cached system + rules     {case_id}.json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                        · tool_use forces 6-panel JSON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                        · cites only real rule_ids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/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                        streamlit_app.py  ◄──────────────────┘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                        · two-column input / output layout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                        · sidebar tier reads from assessment</a:t>
            </a:r>
          </a:p>
          <a:p>
            <a:pPr algn="l"/>
            <a:r>
              <a:rPr sz="1400" b="0">
                <a:solidFill>
                  <a:srgbClr val="0E2A47"/>
                </a:solidFill>
                <a:latin typeface="Menlo"/>
              </a:rPr>
              <a:t>                          (traceable to model decision, not pre-set)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E2A47"/>
                </a:solidFill>
                <a:latin typeface="Helvetica"/>
              </a:rPr>
              <a:t>•  12 patient cases  ·  10 baseline + 2 adversarial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E2A47"/>
                </a:solidFill>
                <a:latin typeface="Helvetica"/>
              </a:rPr>
              <a:t>•  18 named ESI v4 rule_ids the model is allowed to cite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E2A47"/>
                </a:solidFill>
                <a:latin typeface="Helvetica"/>
              </a:rPr>
              <a:t>•  ~$0.02 per case  ·  8–15 sec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Helvetica"/>
              </a:rPr>
              <a:t>05  · 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Helvetica"/>
              </a:rPr>
              <a:t>30-minute call. Pick one ED. Run shadow mode for 4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Charge nurse + IT lead, 30-minute call.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One ED, four-week observation period.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Shadow mode — assistant generates, nurse decides as today.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We publish the disagreement rate against your senior clinicians' chart reviews.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E2A47"/>
                </a:solidFill>
                <a:latin typeface="Helvetica"/>
              </a:rPr>
              <a:t>•  You decide whether to keep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Helvetica"/>
              </a:rPr>
              <a:t>Decision support, not decision.</a:t>
            </a:r>
          </a:p>
          <a:p>
            <a:pPr algn="l"/>
            <a:r>
              <a:rPr sz="1800" b="1">
                <a:solidFill>
                  <a:srgbClr val="0E2A47"/>
                </a:solidFill>
                <a:latin typeface="Helvetica"/>
              </a:rPr>
              <a:t>Cited rules, not opinions.</a:t>
            </a:r>
          </a:p>
          <a:p>
            <a:pPr algn="l"/>
            <a:r>
              <a:rPr sz="1800" b="1">
                <a:solidFill>
                  <a:srgbClr val="0E2A47"/>
                </a:solidFill>
                <a:latin typeface="Helvetica"/>
              </a:rPr>
              <a:t>Logged overrides, not a black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