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55555"/>
                </a:solidFill>
                <a:latin typeface="Helvetica"/>
              </a:rPr>
              <a:t>01  · 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E2A47"/>
                </a:solidFill>
                <a:latin typeface="Helvetica"/>
              </a:rPr>
              <a:t>Triage today depends on which nurse is at the desk.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0E2A47"/>
                </a:solidFill>
                <a:latin typeface="Helvetica"/>
              </a:rPr>
              <a:t>•  Same chest pain walks in twice → two different acuity scores, two different waits.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E2A47"/>
                </a:solidFill>
                <a:latin typeface="Helvetica"/>
              </a:rPr>
              <a:t>•  No paper trail of why a tier was assigned.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E2A47"/>
                </a:solidFill>
                <a:latin typeface="Helvetica"/>
              </a:rPr>
              <a:t>•  No flag when a clock is about to be missed (door-to-ECG, last monitored bed).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E2A47"/>
                </a:solidFill>
                <a:latin typeface="Helvetica"/>
              </a:rPr>
              <a:t>•  When something goes wrong, the chart doesn't show what was considered or ruled 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0392B"/>
                </a:solidFill>
                <a:latin typeface="Helvetica"/>
              </a:rPr>
              <a:t>The first 10 minutes of an ED visit are the most consequential — and the least documented.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55555"/>
                </a:solidFill>
                <a:latin typeface="Helvetica"/>
              </a:rPr>
              <a:t>02  · 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E2A47"/>
                </a:solidFill>
                <a:latin typeface="Helvetica"/>
              </a:rPr>
              <a:t>Side-by-side input and output. Cited. Overridable.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Helvetica"/>
              </a:rPr>
              <a:t>📥  INPUT (left column)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E2A47"/>
                </a:solidFill>
                <a:latin typeface="Helvetica"/>
              </a:rPr>
              <a:t>•  Vitals, chief complaint, nurse notes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E2A47"/>
                </a:solidFill>
                <a:latin typeface="Helvetica"/>
              </a:rPr>
              <a:t>•  History, allergies, meds, prior visits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E2A47"/>
                </a:solidFill>
                <a:latin typeface="Helvetica"/>
              </a:rPr>
              <a:t>•  Arrival timeline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E2A47"/>
                </a:solidFill>
                <a:latin typeface="Helvetica"/>
              </a:rPr>
              <a:t>•  Add-update form → re-runs 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Helvetica"/>
              </a:rPr>
              <a:t>📤  OUTPUT (right column)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2860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E2A47"/>
                </a:solidFill>
                <a:latin typeface="Helvetica"/>
              </a:rPr>
              <a:t>•  Urgency badge + confidence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E2A47"/>
                </a:solidFill>
                <a:latin typeface="Helvetica"/>
              </a:rPr>
              <a:t>•  Constraints: beds, staff, time-target breaches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E2A47"/>
                </a:solidFill>
                <a:latin typeface="Helvetica"/>
              </a:rPr>
              <a:t>•  Hypotheses with confidence bars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E2A47"/>
                </a:solidFill>
                <a:latin typeface="Helvetica"/>
              </a:rPr>
              <a:t>•  Next actions  🔴 Immediate · 🟢 Monitor · 🟡 Escalate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E2A47"/>
                </a:solidFill>
                <a:latin typeface="Helvetica"/>
              </a:rPr>
              <a:t>•  Explanation cites real ESI rule_ids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E2A47"/>
                </a:solidFill>
                <a:latin typeface="Helvetica"/>
              </a:rPr>
              <a:t>•  Follow-up checklist (owner + deadline)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E2A47"/>
                </a:solidFill>
                <a:latin typeface="Helvetica"/>
              </a:rPr>
              <a:t>•  📝 Review note: why this tier, what would flip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Helvetica"/>
              </a:rPr>
              <a:t>Below the columns: clinician confirms or overrides — every override logged with a reason.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